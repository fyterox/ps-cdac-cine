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656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777240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0B7D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32520" y="7772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STYLEGAN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168128" y="7772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FE4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515600" y="777240"/>
            <a:ext cx="1143000" cy="566928"/>
          </a:xfrm>
          <a:prstGeom prst="roundRect">
            <a:avLst>
              <a:gd name="adj" fmla="val 50000"/>
            </a:avLst>
          </a:prstGeom>
          <a:solidFill>
            <a:srgbClr val="E261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0" y="77724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DIVERSE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4688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Cross-Dataset Generalization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F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the deepfake detector to diverse fake types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r>
              <a:rPr lang="en-US" sz="18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Cross-testing &amp; fine-tuning on the DFFD dataset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5715000"/>
            <a:ext cx="3840480" cy="0"/>
          </a:xfrm>
          <a:prstGeom prst="line">
            <a:avLst/>
          </a:prstGeom>
          <a:noFill/>
          <a:ln w="19050">
            <a:solidFill>
              <a:srgbClr val="1627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Week 1 left off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17320"/>
            <a:ext cx="6492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7D71"/>
                </a:solidFill>
              </a:rPr>
              <a:t>The Week 1 baseline</a:t>
            </a:r>
            <a:endParaRPr lang="en-US" sz="1600" dirty="0"/>
          </a:p>
          <a:p>
            <a:pPr marL="0" indent="0">
              <a:lnSpc>
                <a:spcPct val="103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3A"/>
                </a:solidFill>
              </a:rPr>
              <a:t>A ViT-Base/16 fine-tuned on the 140k Real and Fake Faces dataset reached 99.6% accuracy and a 1.000 ROC-AUC on its own held-out test set.</a:t>
            </a:r>
            <a:endParaRPr lang="en-US" sz="1600" dirty="0"/>
          </a:p>
          <a:p>
            <a:pPr marL="0" indent="0">
              <a:lnSpc>
                <a:spcPct val="103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7D71"/>
                </a:solidFill>
              </a:rPr>
              <a:t>The catch we flagged</a:t>
            </a:r>
            <a:endParaRPr lang="en-US" sz="1600" dirty="0"/>
          </a:p>
          <a:p>
            <a:pPr marL="0" indent="0">
              <a:lnSpc>
                <a:spcPct val="103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3A"/>
                </a:solidFill>
              </a:rPr>
              <a:t>Every fake in that dataset came from a single generator — StyleGAN. So the near-perfect score likely reflected the model memorising one generator's fingerprint, not a general ability to spot fakes.</a:t>
            </a:r>
            <a:endParaRPr lang="en-US" sz="1600" dirty="0"/>
          </a:p>
          <a:p>
            <a:pPr marL="0" indent="0">
              <a:lnSpc>
                <a:spcPct val="103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7D71"/>
                </a:solidFill>
              </a:rPr>
              <a:t>Which left one question for this week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1B2A3A"/>
                </a:solidFill>
              </a:rPr>
              <a:t>Does the detector still work on fake faces it has never seen — made by entirely different methods?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8080" y="169164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E71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QUESTION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0" y="24231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it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generalize?</a:t>
            </a:r>
            <a:endParaRPr lang="en-US" sz="4000" dirty="0"/>
          </a:p>
        </p:txBody>
      </p:sp>
      <p:sp>
        <p:nvSpPr>
          <p:cNvPr id="11" name="Shape 8"/>
          <p:cNvSpPr/>
          <p:nvPr/>
        </p:nvSpPr>
        <p:spPr>
          <a:xfrm>
            <a:off x="7772400" y="4160520"/>
            <a:ext cx="3566160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0" y="42976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in-domain accuracy can hide a model that fails the moment the fake type changes.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week's objective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54480"/>
            <a:ext cx="53035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303520" cy="128016"/>
          </a:xfrm>
          <a:prstGeom prst="rect">
            <a:avLst/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Test transfer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Week 1 model, unchanged, on a different dataset built from fake types it never trained on.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26480" y="1554480"/>
            <a:ext cx="53035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26480" y="1554480"/>
            <a:ext cx="5303520" cy="128016"/>
          </a:xfrm>
          <a:prstGeom prst="rect">
            <a:avLst/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Then adapt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400800" y="2331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model on that new data and measure how much its generalization improves.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8640" y="374904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BF3E2"/>
          </a:solidFill>
          <a:ln w="12700">
            <a:solidFill>
              <a:srgbClr val="EAD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2960" y="3749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 </a:t>
            </a:r>
            <a:r>
              <a:rPr lang="en-US" sz="15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only on StyleGAN fakes will detect unfamiliar fake types poorly — and cross-training should fix that.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new dataset: DFFD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Fake Face Dataset (MSU) — real faces plus four fake families across two manipulation categories.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5303520" cy="128016"/>
          </a:xfrm>
          <a:prstGeom prst="rect">
            <a:avLst/>
          </a:prstGeom>
          <a:solidFill>
            <a:srgbClr val="E261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 MANIPULATION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part of a real face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429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61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FaceApp   ·   StarGAN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126480" y="201168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26480" y="2011680"/>
            <a:ext cx="5303520" cy="128016"/>
          </a:xfrm>
          <a:prstGeom prst="rect">
            <a:avLst/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ENTIRE SYNTHESIS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40080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whole face from scratch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0" y="3429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PGGAN   ·   StyleGAN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" y="461772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E3F4F1"/>
          </a:solidFill>
          <a:ln w="12700">
            <a:solidFill>
              <a:srgbClr val="B6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46177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images = FFHQ.  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Crucially, the Week 1 model only ever saw StyleGAN synthesis — so FaceApp, StarGAN and PGGAN fakes are all new to it. That is what makes DFFD a real generalization test.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Method: a three-step experiment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01168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Evaluate as-is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7249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Week 1 model on the DFFD test set, unchanged.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BEFORE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931920" y="2926080"/>
            <a:ext cx="411480" cy="0"/>
          </a:xfrm>
          <a:prstGeom prst="line">
            <a:avLst/>
          </a:prstGeom>
          <a:noFill/>
          <a:ln w="31750">
            <a:solidFill>
              <a:srgbClr val="0B7D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201168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0EA593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63440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Fine-tune on DFFD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663440" y="27249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8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training it on a balanced DFFD train split.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818120" y="2926080"/>
            <a:ext cx="411480" cy="0"/>
          </a:xfrm>
          <a:prstGeom prst="line">
            <a:avLst/>
          </a:prstGeom>
          <a:noFill/>
          <a:ln w="31750">
            <a:solidFill>
              <a:srgbClr val="0B7D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321040" y="201168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549640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 Re-evaluate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549640" y="27249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 on the same DFFD test set.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54964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AFTER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4348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2960" y="44348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ViT-Base/16 architecture and metrics as Week 1 · balanced real/fake split · fine-tuned for 3 epochs at a low learning rate (1e-5) starting from the Week 1 weights.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generalization gap (before)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model, tested on DFFD without any changes: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1228" y="196596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81228" y="1965960"/>
            <a:ext cx="2514600" cy="109728"/>
          </a:xfrm>
          <a:prstGeom prst="rect">
            <a:avLst/>
          </a:prstGeom>
          <a:solidFill>
            <a:srgbClr val="E261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2668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261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31.25%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72668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(fakes caught)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442716" y="196596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42716" y="1965960"/>
            <a:ext cx="2514600" cy="109728"/>
          </a:xfrm>
          <a:prstGeom prst="rect">
            <a:avLst/>
          </a:prstGeom>
          <a:solidFill>
            <a:srgbClr val="DCE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534156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86.25%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3534156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204204" y="196596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04204" y="1965960"/>
            <a:ext cx="2514600" cy="109728"/>
          </a:xfrm>
          <a:prstGeom prst="rect">
            <a:avLst/>
          </a:prstGeom>
          <a:solidFill>
            <a:srgbClr val="DCE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95644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6295644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965692" y="196596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965692" y="1965960"/>
            <a:ext cx="2514600" cy="109728"/>
          </a:xfrm>
          <a:prstGeom prst="rect">
            <a:avLst/>
          </a:prstGeom>
          <a:solidFill>
            <a:srgbClr val="DCE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057132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0.936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9057132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BEEEA"/>
          </a:solidFill>
          <a:ln w="12700">
            <a:solidFill>
              <a:srgbClr val="F0C9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22960" y="45262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3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caught only about 1 in 3 fakes.  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stayed perfect (it never mislabelled a real face), but it silently passed most FaceApp, StarGAN and PGGAN fakes through as 'real' — because it had only ever learned StyleGAN's fingerprint.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Closing the gap (after fine-tuning)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after fine-tuning on the diverse DFFD training set: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1228" y="196596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81228" y="1965960"/>
            <a:ext cx="2514600" cy="109728"/>
          </a:xfrm>
          <a:prstGeom prst="rect">
            <a:avLst/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2668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98.50%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72668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(fakes caught)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442716" y="196596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42716" y="1965960"/>
            <a:ext cx="2514600" cy="109728"/>
          </a:xfrm>
          <a:prstGeom prst="rect">
            <a:avLst/>
          </a:prstGeom>
          <a:solidFill>
            <a:srgbClr val="DCE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534156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98.90%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3534156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204204" y="196596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04204" y="1965960"/>
            <a:ext cx="2514600" cy="109728"/>
          </a:xfrm>
          <a:prstGeom prst="rect">
            <a:avLst/>
          </a:prstGeom>
          <a:solidFill>
            <a:srgbClr val="DCE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95644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97.28%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6295644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(fake)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965692" y="196596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965692" y="1965960"/>
            <a:ext cx="2514600" cy="109728"/>
          </a:xfrm>
          <a:prstGeom prst="rect">
            <a:avLst/>
          </a:prstGeom>
          <a:solidFill>
            <a:srgbClr val="DCE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057132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0.9997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9057132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3F4F1"/>
          </a:solidFill>
          <a:ln w="12700">
            <a:solidFill>
              <a:srgbClr val="B6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22960" y="45262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jumped from 31% to 98.5%.  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it had seen the new fake families during training, it detected almost all of them — recovering the fakes it used to miss, with only a small, expected dip in precision.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 after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63040"/>
            <a:ext cx="71780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ba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83080"/>
            <a:ext cx="6903720" cy="32461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955280" y="1463040"/>
            <a:ext cx="3657600" cy="4343400"/>
          </a:xfrm>
          <a:prstGeom prst="roundRect">
            <a:avLst>
              <a:gd name="adj" fmla="val 3000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22960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E71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CHANGES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058400" y="2240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+0.67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8229600" y="2807208"/>
            <a:ext cx="3108960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229600" y="2898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058400" y="2898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+0.50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229600" y="3465576"/>
            <a:ext cx="3108960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229600" y="35570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0058400" y="355701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+0.13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8229600" y="4123944"/>
            <a:ext cx="3108960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229600" y="4215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0058400" y="42153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+0.06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8229600" y="4782312"/>
            <a:ext cx="3108960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229600" y="48737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10058400" y="48737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261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−0.04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2,000 held-out DFFD images (fake = positive class).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means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1732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128016" cy="1325880"/>
          </a:xfrm>
          <a:prstGeom prst="rect">
            <a:avLst/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15819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Single-generator detectors don't transfer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14400" y="198424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one fake type can score near-perfectly in-domain yet have large blind spots on other types. The headline number alone is misleading.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128016" cy="1325880"/>
          </a:xfrm>
          <a:prstGeom prst="rect">
            <a:avLst/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30906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failure mode is missed fakes, not false alarms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14400" y="349300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stayed at 1.0 while recall collapsed to 0.31 — the model wasn't trigger-happy, it was quietly letting unfamiliar fakes through. That is the dangerous kind of error for a detector.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28016" cy="1325880"/>
          </a:xfrm>
          <a:prstGeom prst="rect">
            <a:avLst/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45994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Cross-training closes the gap — at a small cost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914400" y="50017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diverse fakes lifted recall to 0.985. Precision dipped slightly (1.00 → 0.96), a worthwhile trade for catching far more fakes.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caveats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0876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508760"/>
            <a:ext cx="5303520" cy="128016"/>
          </a:xfrm>
          <a:prstGeom prst="rect">
            <a:avLst/>
          </a:prstGeom>
          <a:solidFill>
            <a:srgbClr val="E0A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Still one benchmark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225856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DFFD is a strong test but a single dataset; broader claims need more sources.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26480" y="150876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26480" y="1508760"/>
            <a:ext cx="5303520" cy="128016"/>
          </a:xfrm>
          <a:prstGeom prst="rect">
            <a:avLst/>
          </a:prstGeom>
          <a:solidFill>
            <a:srgbClr val="E0A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 on a subset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00800" y="225856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~4k images per generator for training and 2,000 for testing, to keep Colab runs fast.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61188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48640" y="3611880"/>
            <a:ext cx="5303520" cy="128016"/>
          </a:xfrm>
          <a:prstGeom prst="rect">
            <a:avLst/>
          </a:prstGeom>
          <a:solidFill>
            <a:srgbClr val="E0A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2960" y="3886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Per-generator split not logged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22960" y="436168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file-tagging issue meant results couldn't be broken down by fake family this run — only overall metrics. Fix is pending.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26480" y="361188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126480" y="3611880"/>
            <a:ext cx="5303520" cy="128016"/>
          </a:xfrm>
          <a:prstGeom prst="rect">
            <a:avLst/>
          </a:prstGeom>
          <a:solidFill>
            <a:srgbClr val="E0A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0" y="3886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Diffusion fakes still unseen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400800" y="436168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DFFD's fakes are GAN- and app-based; diffusion-generated faces remain outside the model's experience.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0876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1920240"/>
            <a:ext cx="457200" cy="457200"/>
          </a:xfrm>
          <a:prstGeom prst="ellipse">
            <a:avLst/>
          </a:prstGeom>
          <a:solidFill>
            <a:srgbClr val="E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46304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Per-generator breakdown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63040" y="20756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logging so we can see which fake family is hardest to detect.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150876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82512" y="1920240"/>
            <a:ext cx="457200" cy="457200"/>
          </a:xfrm>
          <a:prstGeom prst="ellipse">
            <a:avLst/>
          </a:prstGeom>
          <a:solidFill>
            <a:srgbClr val="E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8251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04088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diffusion fakes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040880" y="20756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diffusion-generated faces (DeepFakeFace) — a family still unseen.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90088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4672" y="3401568"/>
            <a:ext cx="457200" cy="457200"/>
          </a:xfrm>
          <a:prstGeom prst="ellipse">
            <a:avLst/>
          </a:prstGeom>
          <a:solidFill>
            <a:srgbClr val="E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04672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463040" y="3172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benchmarks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63040" y="35570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FaceForensics++ and Celeb-DF via frame extraction and face cropping.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26480" y="2990088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382512" y="3401568"/>
            <a:ext cx="457200" cy="457200"/>
          </a:xfrm>
          <a:prstGeom prst="ellipse">
            <a:avLst/>
          </a:prstGeom>
          <a:solidFill>
            <a:srgbClr val="E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382512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7040880" y="3172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Robustness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40880" y="35570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under JPEG compression, blur and resizing — real-world conditions.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4471416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04672" y="4882896"/>
            <a:ext cx="457200" cy="457200"/>
          </a:xfrm>
          <a:prstGeom prst="ellipse">
            <a:avLst/>
          </a:prstGeom>
          <a:solidFill>
            <a:srgbClr val="E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04672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1463040" y="46542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463040" y="50383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attention / Grad-CAM maps to see what the model focuses on.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126480" y="4471416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382512" y="4882896"/>
            <a:ext cx="457200" cy="457200"/>
          </a:xfrm>
          <a:prstGeom prst="ellipse">
            <a:avLst/>
          </a:prstGeom>
          <a:solidFill>
            <a:srgbClr val="E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382512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7040880" y="46542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Mixed-source training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040880" y="50383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across StyleGAN + DFFD + diffusion together for broad coverage.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 — 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F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the generalization gap was real — then closed it by cross-training on diverse fakes.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1627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5420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A5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0.31 → 0.99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DFFD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51960" y="228600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1627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51960" y="25420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A5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0.48 → 0.97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25196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55280" y="228600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1627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0" y="25420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A5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+0.67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95528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gain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Delivered:  </a:t>
            </a:r>
            <a:r>
              <a:rPr lang="en-US" sz="15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a StyleGAN-only detector misses most unseen fakes, and a fine-tuned model that detects them across four fake families.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r>
              <a:rPr lang="en-US" sz="15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per-generator analysis, diffusion and video benchmarks, and robustness testing.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980</Words>
  <Application>Microsoft Macintosh PowerPoint</Application>
  <PresentationFormat>Widescreen</PresentationFormat>
  <Paragraphs>145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Detection — Week 2</dc:title>
  <dc:subject>PptxGenJS Presentation</dc:subject>
  <dc:creator>Deepfake Detection Project</dc:creator>
  <cp:lastModifiedBy>AYUSH KUMAR</cp:lastModifiedBy>
  <cp:revision>2</cp:revision>
  <dcterms:created xsi:type="dcterms:W3CDTF">2026-06-12T09:40:02Z</dcterms:created>
  <dcterms:modified xsi:type="dcterms:W3CDTF">2026-06-12T09:42:24Z</dcterms:modified>
</cp:coreProperties>
</file>