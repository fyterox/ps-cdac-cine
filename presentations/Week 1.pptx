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1024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777240"/>
            <a:ext cx="1417320" cy="566928"/>
          </a:xfrm>
          <a:prstGeom prst="roundRect">
            <a:avLst>
              <a:gd name="adj" fmla="val 50000"/>
            </a:avLst>
          </a:prstGeom>
          <a:solidFill>
            <a:srgbClr val="0B7D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732520" y="7772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241280" y="777240"/>
            <a:ext cx="1417320" cy="566928"/>
          </a:xfrm>
          <a:prstGeom prst="roundRect">
            <a:avLst>
              <a:gd name="adj" fmla="val 50000"/>
            </a:avLst>
          </a:prstGeom>
          <a:solidFill>
            <a:srgbClr val="E261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41280" y="7772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FAKE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46888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Deepfake Detection</a:t>
            </a:r>
            <a:endParaRPr lang="en-US" sz="5200" dirty="0"/>
          </a:p>
        </p:txBody>
      </p:sp>
      <p:sp>
        <p:nvSpPr>
          <p:cNvPr id="8" name="Text 5"/>
          <p:cNvSpPr/>
          <p:nvPr/>
        </p:nvSpPr>
        <p:spPr>
          <a:xfrm>
            <a:off x="548640" y="35204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F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GAN-generated faces with Vision Transformers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343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A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r>
              <a:rPr lang="en-US" sz="18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Baseline model &amp; evaluation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5715000"/>
            <a:ext cx="3840480" cy="0"/>
          </a:xfrm>
          <a:prstGeom prst="line">
            <a:avLst/>
          </a:prstGeom>
          <a:noFill/>
          <a:ln w="19050">
            <a:solidFill>
              <a:srgbClr val="1627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Background &amp; motivation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417320"/>
            <a:ext cx="65836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7D71"/>
                </a:solidFill>
              </a:rPr>
              <a:t>What is a deepfake?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3A"/>
                </a:solidFill>
              </a:rPr>
              <a:t>Synthetic media in which a person's face is generated or swapped by deep learning. Modern GANs such as StyleGAN now produce faces that are essentially indistinguishable from real photographs to the human eye.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7D71"/>
                </a:solidFill>
              </a:rPr>
              <a:t>Why detection matters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1400"/>
              </a:spcAft>
              <a:buNone/>
            </a:pPr>
            <a:r>
              <a:rPr lang="en-US" sz="1500" dirty="0">
                <a:solidFill>
                  <a:srgbClr val="1B2A3A"/>
                </a:solidFill>
              </a:rPr>
              <a:t>Fake faces fuel misinformation, identity fraud, and reputational harm. As generation gets cheaper and better, automatic detectors are a critical line of defence.</a:t>
            </a:r>
            <a:endParaRPr lang="en-US" sz="1600" dirty="0"/>
          </a:p>
          <a:p>
            <a:pPr marL="0" indent="0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B7D71"/>
                </a:solidFill>
              </a:rPr>
              <a:t>The task</a:t>
            </a:r>
            <a:endParaRPr lang="en-US" sz="1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1500" dirty="0">
                <a:solidFill>
                  <a:srgbClr val="1B2A3A"/>
                </a:solidFill>
              </a:rPr>
              <a:t>Given a single face image, decide: real or fake. A supervised binary image-classification problem.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498080" y="1554480"/>
            <a:ext cx="4114800" cy="4297680"/>
          </a:xfrm>
          <a:prstGeom prst="roundRect">
            <a:avLst>
              <a:gd name="adj" fmla="val 2667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0" y="1828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detection gap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772400" y="22402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261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~50%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7772400" y="320040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accuracy at spotting top-tier GAN faces — barely better than a coin flip.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772400" y="4069080"/>
            <a:ext cx="3566160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0" y="4160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772400" y="452628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beats the human eye — and a pipeline we can extend in later weeks.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scope &amp; plan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4173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777240" y="16916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E3F4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1847088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645920" y="1627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Images only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64592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video / frame extraction this stage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126480" y="1417320"/>
            <a:ext cx="5303520" cy="1234440"/>
          </a:xfrm>
          <a:prstGeom prst="roundRect">
            <a:avLst>
              <a:gd name="adj" fmla="val 7407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355080" y="1691640"/>
            <a:ext cx="685800" cy="685800"/>
          </a:xfrm>
          <a:prstGeom prst="roundRect">
            <a:avLst>
              <a:gd name="adj" fmla="val 13333"/>
            </a:avLst>
          </a:prstGeom>
          <a:solidFill>
            <a:srgbClr val="E3F4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1847088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23760" y="16276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Faces only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7223760" y="20116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Cropped face images, per mentor's scope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548640" y="3063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548640" y="352044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548640" y="3520440"/>
            <a:ext cx="3474720" cy="128016"/>
          </a:xfrm>
          <a:prstGeom prst="rect">
            <a:avLst/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822960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2960" y="42976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baseline ViT detector; train and test it on a standard dataset.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4251960" y="352044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4251960" y="3520440"/>
            <a:ext cx="3474720" cy="128016"/>
          </a:xfrm>
          <a:prstGeom prst="rect">
            <a:avLst/>
          </a:prstGeom>
          <a:solidFill>
            <a:srgbClr val="E0A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4526280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4526280" y="42976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the model — harder fakes, cross-dataset tests, robustness.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7955280" y="3520440"/>
            <a:ext cx="3474720" cy="2331720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7955280" y="3520440"/>
            <a:ext cx="3474720" cy="128016"/>
          </a:xfrm>
          <a:prstGeom prst="rect">
            <a:avLst/>
          </a:prstGeom>
          <a:solidFill>
            <a:srgbClr val="5E71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8229600" y="3794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Later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8229600" y="429768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Generalisation &amp; explainability toward a deployable detector.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dataset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3716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140k Real and Fake Faces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48640" y="182880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balanced, image-only, faces-only benchmark — the standard starting point for deepfake classification.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8640" y="2697480"/>
            <a:ext cx="3291840" cy="146304"/>
          </a:xfrm>
          <a:prstGeom prst="rect">
            <a:avLst/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3063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70,000 REAL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822960" y="37033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human faces from NVIDIA's Flickr-Faces-HQ (FFHQ) set.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069080" y="2697480"/>
            <a:ext cx="32918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069080" y="2697480"/>
            <a:ext cx="3291840" cy="146304"/>
          </a:xfrm>
          <a:prstGeom prst="rect">
            <a:avLst/>
          </a:prstGeom>
          <a:solidFill>
            <a:srgbClr val="E261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343400" y="3063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A839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70,000 FAKE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4343400" y="3703320"/>
            <a:ext cx="2743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GAN-generated faces produced by StyleGAN (the '1M Fake Faces' set).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818120" y="1371600"/>
            <a:ext cx="3794760" cy="4069080"/>
          </a:xfrm>
          <a:prstGeom prst="roundRect">
            <a:avLst>
              <a:gd name="adj" fmla="val 2892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09244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dataset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092440" y="2011680"/>
            <a:ext cx="32461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140,000 images, perfectly balanced 50/50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Pre-split into train / valid / test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images — no video to decode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cited, easy to benchmark against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(xhlulu / 140k-real-and-fake-faces)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split &amp; its roles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ships in three folders, each with one job: train teaches, validation selects, test judges.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3474720" cy="37033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48640" y="2057400"/>
            <a:ext cx="3474720" cy="457200"/>
          </a:xfrm>
          <a:prstGeom prst="rect">
            <a:avLst/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48640" y="2057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22960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~100,000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82296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real + 50k fake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22960" y="4114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learns from these — weights are updated every batch.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251960" y="2057400"/>
            <a:ext cx="3474720" cy="37033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251960" y="2057400"/>
            <a:ext cx="3474720" cy="457200"/>
          </a:xfrm>
          <a:prstGeom prst="rect">
            <a:avLst/>
          </a:prstGeom>
          <a:solidFill>
            <a:srgbClr val="E0A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251960" y="2057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4526280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8A62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~20,000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452628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real + 10k fake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26280" y="3977640"/>
            <a:ext cx="2926080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526280" y="4114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after each epoch to pick the best model. Never trained on.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955280" y="2057400"/>
            <a:ext cx="3474720" cy="37033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955280" y="2057400"/>
            <a:ext cx="3474720" cy="457200"/>
          </a:xfrm>
          <a:prstGeom prst="rect">
            <a:avLst/>
          </a:prstGeom>
          <a:solidFill>
            <a:srgbClr val="3E7CB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955280" y="20574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29600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F4E7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~20,000</a:t>
            </a:r>
            <a:endParaRPr lang="en-US" sz="3800" dirty="0"/>
          </a:p>
        </p:txBody>
      </p:sp>
      <p:sp>
        <p:nvSpPr>
          <p:cNvPr id="26" name="Text 23"/>
          <p:cNvSpPr/>
          <p:nvPr/>
        </p:nvSpPr>
        <p:spPr>
          <a:xfrm>
            <a:off x="8229600" y="3520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 real + 10k fake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229600" y="3977640"/>
            <a:ext cx="2926080" cy="0"/>
          </a:xfrm>
          <a:prstGeom prst="line">
            <a:avLst/>
          </a:prstGeom>
          <a:noFill/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229600" y="411480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Touched once, at the very end — an honest, unbiased score.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Approach: why a Vision Transformer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41732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FBEEEA"/>
          </a:solidFill>
          <a:ln w="12700">
            <a:solidFill>
              <a:srgbClr val="F0C9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1645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39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GAN generates — it does not detect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1031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GANs create fake faces; they aren't classifiers. Here the fakes were made by a GAN (StyleGAN), so the detector's job is to learn the artefacts a GAN leaves behind.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309360" y="1417320"/>
            <a:ext cx="5303520" cy="1874520"/>
          </a:xfrm>
          <a:prstGeom prst="roundRect">
            <a:avLst>
              <a:gd name="adj" fmla="val 5854"/>
            </a:avLst>
          </a:prstGeom>
          <a:solidFill>
            <a:srgbClr val="E3F4F1"/>
          </a:solidFill>
          <a:ln w="12700">
            <a:solidFill>
              <a:srgbClr val="B6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583680" y="16459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ViT is a natural detector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83680" y="210312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fine-tune an ImageNet-pretrained Vision Transformer as a 2-class (real / fake) classifier. Self-attention captures global texture cues that betray synthetic images.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3611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pipeline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48640" y="41148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85800" y="41148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 image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072384" y="4686300"/>
            <a:ext cx="274320" cy="0"/>
          </a:xfrm>
          <a:prstGeom prst="line">
            <a:avLst/>
          </a:prstGeom>
          <a:noFill/>
          <a:ln w="25400">
            <a:solidFill>
              <a:srgbClr val="0B7D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401568" y="41148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0EA593"/>
          </a:solidFill>
          <a:ln w="12700">
            <a:solidFill>
              <a:srgbClr val="0EA593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538728" y="41148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Pretrained ViT-Base/16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925312" y="4686300"/>
            <a:ext cx="274320" cy="0"/>
          </a:xfrm>
          <a:prstGeom prst="line">
            <a:avLst/>
          </a:prstGeom>
          <a:noFill/>
          <a:ln w="25400">
            <a:solidFill>
              <a:srgbClr val="0B7D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254496" y="41148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391656" y="41148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2-class head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8778240" y="4686300"/>
            <a:ext cx="274320" cy="0"/>
          </a:xfrm>
          <a:prstGeom prst="line">
            <a:avLst/>
          </a:prstGeom>
          <a:noFill/>
          <a:ln w="25400">
            <a:solidFill>
              <a:srgbClr val="0B7D7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9107424" y="4114800"/>
            <a:ext cx="2468880" cy="11430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244584" y="411480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/ Fake + score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48640" y="5532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learning: the backbone already knows general image features — we only adapt it to the real-vs-fake decision.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code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78308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49808" y="1892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PyTorch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49808" y="2203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framework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37560" y="178308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38728" y="1892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3538728" y="22037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ViT models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269748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49808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torchvision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49808" y="3118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ImageFolder data loading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3337560" y="269748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538728" y="2807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scikit-learn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538728" y="31181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ROC-AUC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361188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49808" y="3721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matplotlib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49808" y="4032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/ ROC plots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337560" y="3611880"/>
            <a:ext cx="2606040" cy="777240"/>
          </a:xfrm>
          <a:prstGeom prst="roundRect">
            <a:avLst>
              <a:gd name="adj" fmla="val 11765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3538728" y="37216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Colab · T4 GPU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3538728" y="403250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environment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46520" y="1371600"/>
            <a:ext cx="5166360" cy="2148840"/>
          </a:xfrm>
          <a:prstGeom prst="roundRect">
            <a:avLst>
              <a:gd name="adj" fmla="val 5106"/>
            </a:avLst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720840" y="15727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train.py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720840" y="196596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7D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fine-tunes ViT on train/, validates each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7D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epoch, saves best checkpoint by val acc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F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checkpoints/best_model.pt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446520" y="3703320"/>
            <a:ext cx="5166360" cy="2148840"/>
          </a:xfrm>
          <a:prstGeom prst="roundRect">
            <a:avLst>
              <a:gd name="adj" fmla="val 5106"/>
            </a:avLst>
          </a:prstGeom>
          <a:solidFill>
            <a:srgbClr val="0E1A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720840" y="39044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test.py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720840" y="429768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7D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loads best_model.pt, runs the held-out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7D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test/ split once, reports accuracy /</a:t>
            </a:r>
            <a:endParaRPr lang="en-US" sz="13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AFE4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/ recall / F1 / AUC + plots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548640" y="4617720"/>
            <a:ext cx="5394960" cy="1143000"/>
          </a:xfrm>
          <a:prstGeom prst="roundRect">
            <a:avLst>
              <a:gd name="adj" fmla="val 8000"/>
            </a:avLst>
          </a:prstGeom>
          <a:solidFill>
            <a:srgbClr val="E3F4F1"/>
          </a:solidFill>
          <a:ln w="12700">
            <a:solidFill>
              <a:srgbClr val="B6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0"/>
          <p:cNvSpPr/>
          <p:nvPr/>
        </p:nvSpPr>
        <p:spPr>
          <a:xfrm>
            <a:off x="822960" y="4617720"/>
            <a:ext cx="48463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B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one command trains, one command tests — both run on a free Colab GPU.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 setup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903720" cy="914400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8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ViT-Base/16 (ImageNet-pretrained, via timm)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size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8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 × 224, ImageNet normalisation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8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Horizontal flip + mild colour jitter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8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AdamW,  learning rate 2e-5,  weight decay 1e-4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8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Cross-entropy (2 classes)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/ epochs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8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 / 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8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Mixed precision (AMP) on GPU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selection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348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checkpoint with best validation 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680960" y="1463040"/>
            <a:ext cx="3931920" cy="4160520"/>
          </a:xfrm>
          <a:prstGeom prst="roundRect">
            <a:avLst>
              <a:gd name="adj" fmla="val 2791"/>
            </a:avLst>
          </a:prstGeom>
          <a:solidFill>
            <a:srgbClr val="0E1A2B"/>
          </a:solidFill>
          <a:ln/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178308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0100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F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validation accuracy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8001000" y="27889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0EA5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99.72%</a:t>
            </a:r>
            <a:endParaRPr lang="en-US" sz="5000" dirty="0"/>
          </a:p>
        </p:txBody>
      </p:sp>
      <p:sp>
        <p:nvSpPr>
          <p:cNvPr id="12" name="Shape 7"/>
          <p:cNvSpPr/>
          <p:nvPr/>
        </p:nvSpPr>
        <p:spPr>
          <a:xfrm>
            <a:off x="8001000" y="3840480"/>
            <a:ext cx="3291840" cy="0"/>
          </a:xfrm>
          <a:prstGeom prst="line">
            <a:avLst/>
          </a:prstGeom>
          <a:noFill/>
          <a:ln w="12700">
            <a:solidFill>
              <a:srgbClr val="1627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8001000" y="397764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Reached after 3 epochs of fine-tuning on the full 100k training set (~17 min/epoch on a T4).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Test-set results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set — 20,000 images the model never saw during training or selection.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2920" y="210312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" y="251460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99.62%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594360" y="352044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770632" y="210312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862072" y="251460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99.84%</a:t>
            </a:r>
            <a:endParaRPr lang="en-US" sz="3300" dirty="0"/>
          </a:p>
        </p:txBody>
      </p:sp>
      <p:sp>
        <p:nvSpPr>
          <p:cNvPr id="13" name="Text 10"/>
          <p:cNvSpPr/>
          <p:nvPr/>
        </p:nvSpPr>
        <p:spPr>
          <a:xfrm>
            <a:off x="2862072" y="352044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(detection)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038344" y="210312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129784" y="251460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99.41%</a:t>
            </a:r>
            <a:endParaRPr lang="en-US" sz="3300" dirty="0"/>
          </a:p>
        </p:txBody>
      </p:sp>
      <p:sp>
        <p:nvSpPr>
          <p:cNvPr id="16" name="Text 13"/>
          <p:cNvSpPr/>
          <p:nvPr/>
        </p:nvSpPr>
        <p:spPr>
          <a:xfrm>
            <a:off x="5129784" y="352044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(fake)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306056" y="210312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397496" y="251460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99.63%</a:t>
            </a:r>
            <a:endParaRPr lang="en-US" sz="3300" dirty="0"/>
          </a:p>
        </p:txBody>
      </p:sp>
      <p:sp>
        <p:nvSpPr>
          <p:cNvPr id="19" name="Text 16"/>
          <p:cNvSpPr/>
          <p:nvPr/>
        </p:nvSpPr>
        <p:spPr>
          <a:xfrm>
            <a:off x="7397496" y="352044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(fake)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9573768" y="2103120"/>
            <a:ext cx="2084832" cy="2286000"/>
          </a:xfrm>
          <a:prstGeom prst="roundRect">
            <a:avLst>
              <a:gd name="adj" fmla="val 5263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9665208" y="2514600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E2614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1.000</a:t>
            </a:r>
            <a:endParaRPr lang="en-US" sz="3300" dirty="0"/>
          </a:p>
        </p:txBody>
      </p:sp>
      <p:sp>
        <p:nvSpPr>
          <p:cNvPr id="22" name="Text 19"/>
          <p:cNvSpPr/>
          <p:nvPr/>
        </p:nvSpPr>
        <p:spPr>
          <a:xfrm>
            <a:off x="9665208" y="3520440"/>
            <a:ext cx="19019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name="adj" fmla="val 8333"/>
            </a:avLst>
          </a:prstGeom>
          <a:solidFill>
            <a:srgbClr val="E3F4F1"/>
          </a:solidFill>
          <a:ln w="12700">
            <a:solidFill>
              <a:srgbClr val="B6E0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822960" y="4754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7D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plain terms:  </a:t>
            </a: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20,000 test faces the model got all but 75 correct — catching 9,984 of 10,000 fakes while raising only 59 false alarms on real faces.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Confusion matrix &amp; ROC curve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34440" y="1417320"/>
            <a:ext cx="4017645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confusion_matr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1554480"/>
            <a:ext cx="3651885" cy="32461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4937760"/>
            <a:ext cx="40176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fakes missed · 59 reals falsely flagged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903720" y="1417320"/>
            <a:ext cx="4017645" cy="388620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2" descr="roc_cu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554480"/>
            <a:ext cx="3651885" cy="32461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903720" y="4937760"/>
            <a:ext cx="401764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separation (curve hugs the top-left)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is treated as the positive class — recall here is the share of fakes successfully caught.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Interpretation &amp; limitations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41732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BF3E2"/>
          </a:solidFill>
          <a:ln w="12700">
            <a:solidFill>
              <a:srgbClr val="EAD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14173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A62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ROC-AUC of 1.000 should prompt caution, not just celebration.  </a:t>
            </a: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signals the benchmark is saturated — not that deepfake detection is solved.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7889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48640" y="2788920"/>
            <a:ext cx="109728" cy="914400"/>
          </a:xfrm>
          <a:prstGeom prst="rect">
            <a:avLst/>
          </a:prstGeom>
          <a:solidFill>
            <a:srgbClr val="E0A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68680" y="2898648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generator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749040" y="288036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fake comes from StyleGAN, so the model learned one generator's fingerprint — not 'fakeness' in general.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867912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3867912"/>
            <a:ext cx="109728" cy="914400"/>
          </a:xfrm>
          <a:prstGeom prst="rect">
            <a:avLst/>
          </a:prstGeom>
          <a:solidFill>
            <a:srgbClr val="E0A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68680" y="39776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Curated images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749040" y="3959352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aligned, high-quality faces. Real-world uploads are compressed, blurred and cropped differently.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4946904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2F6F9"/>
          </a:solidFill>
          <a:ln w="12700">
            <a:solidFill>
              <a:srgbClr val="DCE6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548640" y="4946904"/>
            <a:ext cx="109728" cy="914400"/>
          </a:xfrm>
          <a:prstGeom prst="rect">
            <a:avLst/>
          </a:prstGeom>
          <a:solidFill>
            <a:srgbClr val="E0A2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68680" y="5056632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Generalisation gap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749040" y="503834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3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this confident here often drop sharply on fakes from other sources (diffusion, face-swaps, FaceForensics++).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2903"/>
            </a:avLst>
          </a:prstGeom>
          <a:solidFill>
            <a:srgbClr val="0EA5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 steps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0899648" y="420624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2F6F9"/>
          </a:solidFill>
          <a:ln w="12700">
            <a:solidFill>
              <a:srgbClr val="DCE6E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5952" y="566928"/>
            <a:ext cx="347472" cy="3474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50876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804672" y="1920240"/>
            <a:ext cx="457200" cy="457200"/>
          </a:xfrm>
          <a:prstGeom prst="ellipse">
            <a:avLst/>
          </a:prstGeom>
          <a:solidFill>
            <a:srgbClr val="E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467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46304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Cross-dataset testing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63040" y="20756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FaceForensics++, Celeb-DF, DFDC to measure true generalisation.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26480" y="1508760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382512" y="1920240"/>
            <a:ext cx="457200" cy="457200"/>
          </a:xfrm>
          <a:prstGeom prst="ellipse">
            <a:avLst/>
          </a:prstGeom>
          <a:solidFill>
            <a:srgbClr val="E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38251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040880" y="1691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Newer fake types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040880" y="207568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diffusion-generated faces and face-swaps, not just one GAN.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2990088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804672" y="3401568"/>
            <a:ext cx="457200" cy="457200"/>
          </a:xfrm>
          <a:prstGeom prst="ellipse">
            <a:avLst/>
          </a:prstGeom>
          <a:solidFill>
            <a:srgbClr val="E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04672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1463040" y="3172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Robustness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463040" y="355701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under JPEG compression, blur and resizing (social-media conditions).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126480" y="2990088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382512" y="3401568"/>
            <a:ext cx="457200" cy="457200"/>
          </a:xfrm>
          <a:prstGeom prst="ellipse">
            <a:avLst/>
          </a:prstGeom>
          <a:solidFill>
            <a:srgbClr val="E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382512" y="3401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7040880" y="31729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GAN fingerprints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040880" y="3557016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frequency-domain (FFT/DCT) features that expose generator artefacts.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48640" y="4471416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804672" y="4882896"/>
            <a:ext cx="457200" cy="457200"/>
          </a:xfrm>
          <a:prstGeom prst="ellipse">
            <a:avLst/>
          </a:prstGeom>
          <a:solidFill>
            <a:srgbClr val="E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804672" y="4882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1463040" y="46542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Explainability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463040" y="50383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/ Grad-CAM maps to see what the model focuses on.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6126480" y="4471416"/>
            <a:ext cx="530352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6EE"/>
            </a:solidFill>
            <a:prstDash val="solid"/>
          </a:ln>
          <a:effectLst>
            <a:outerShdw blurRad="88900" dist="38100" dir="8100000" algn="bl" rotWithShape="0">
              <a:srgbClr val="0E1A2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0"/>
          <p:cNvSpPr/>
          <p:nvPr/>
        </p:nvSpPr>
        <p:spPr>
          <a:xfrm>
            <a:off x="6382512" y="4882896"/>
            <a:ext cx="457200" cy="457200"/>
          </a:xfrm>
          <a:prstGeom prst="ellipse">
            <a:avLst/>
          </a:prstGeom>
          <a:solidFill>
            <a:srgbClr val="E3F4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382512" y="4882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7D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700" dirty="0"/>
          </a:p>
        </p:txBody>
      </p:sp>
      <p:sp>
        <p:nvSpPr>
          <p:cNvPr id="35" name="Text 32"/>
          <p:cNvSpPr/>
          <p:nvPr/>
        </p:nvSpPr>
        <p:spPr>
          <a:xfrm>
            <a:off x="7040880" y="46542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Stronger baselines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7040880" y="503834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E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ViT against CNNs and ensembles.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A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 — summary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FE4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validated a working deepfake-detection baseline end to end.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1627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EA5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99.62%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51960" y="228600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1627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251960" y="2514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EA5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99.84%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251960" y="3383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Fakes caught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55280" y="2286000"/>
            <a:ext cx="3474720" cy="1691640"/>
          </a:xfrm>
          <a:prstGeom prst="roundRect">
            <a:avLst>
              <a:gd name="adj" fmla="val 6486"/>
            </a:avLst>
          </a:prstGeom>
          <a:solidFill>
            <a:srgbClr val="1627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955280" y="2514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EA5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1.000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955280" y="3383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4343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A5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Delivered:  </a:t>
            </a:r>
            <a:r>
              <a:rPr lang="en-US" sz="15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standard dataset, a fine-tuned ViT classifier, a reproducible train/test pipeline, and a full evaluation.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" y="4892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0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 </a:t>
            </a:r>
            <a:r>
              <a:rPr lang="en-US" sz="1500" dirty="0">
                <a:solidFill>
                  <a:srgbClr val="C7D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model past a single generator — cross-dataset, harder fakes, and robustness.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58521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1083</Words>
  <Application>Microsoft Macintosh PowerPoint</Application>
  <PresentationFormat>Widescreen</PresentationFormat>
  <Paragraphs>189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Deepfake Detection — Week 1</dc:title>
  <dc:subject>PptxGenJS Presentation</dc:subject>
  <dc:creator>Deepfake Detection Project</dc:creator>
  <cp:lastModifiedBy>AYUSH KUMAR</cp:lastModifiedBy>
  <cp:revision>2</cp:revision>
  <dcterms:created xsi:type="dcterms:W3CDTF">2026-06-05T10:35:36Z</dcterms:created>
  <dcterms:modified xsi:type="dcterms:W3CDTF">2026-06-05T15:38:47Z</dcterms:modified>
</cp:coreProperties>
</file>