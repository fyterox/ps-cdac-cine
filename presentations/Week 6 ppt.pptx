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9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83096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PS-I Weekly Report  |  Multi-Stream Deepfake Detector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06640" y="64830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+ Frequency + Noise-Residual Fusion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548640"/>
            <a:ext cx="3840480" cy="384048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13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3566160"/>
            <a:ext cx="3383280" cy="3383280"/>
          </a:xfrm>
          <a:prstGeom prst="arc">
            <a:avLst/>
          </a:prstGeom>
          <a:solidFill>
            <a:srgbClr val="0F172A">
              <a:alpha val="0"/>
            </a:srgbClr>
          </a:solidFill>
          <a:ln w="254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21792"/>
            <a:ext cx="1234440" cy="228600"/>
          </a:xfrm>
          <a:prstGeom prst="roundRect">
            <a:avLst>
              <a:gd name="adj" fmla="val 24000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72084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Multi-Stream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Deepfake Detector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+ Frequency + Noise-Residual streams with cross-attention fusion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36499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 improve robustness against local attribute edits and generator-specific artifacts.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4590288"/>
            <a:ext cx="1170432" cy="493776"/>
          </a:xfrm>
          <a:prstGeom prst="roundRect">
            <a:avLst>
              <a:gd name="adj" fmla="val 1481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7365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11096" y="4837176"/>
            <a:ext cx="338328" cy="0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13432" y="4590288"/>
            <a:ext cx="1170432" cy="493776"/>
          </a:xfrm>
          <a:prstGeom prst="roundRect">
            <a:avLst>
              <a:gd name="adj" fmla="val 1481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47365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11296" y="4837176"/>
            <a:ext cx="338328" cy="0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13632" y="4590288"/>
            <a:ext cx="1170432" cy="493776"/>
          </a:xfrm>
          <a:prstGeom prst="roundRect">
            <a:avLst>
              <a:gd name="adj" fmla="val 1481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47365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11496" y="4837176"/>
            <a:ext cx="338328" cy="0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13832" y="4590288"/>
            <a:ext cx="1170432" cy="493776"/>
          </a:xfrm>
          <a:prstGeom prst="roundRect">
            <a:avLst>
              <a:gd name="adj" fmla="val 14815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47365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1696" y="4837176"/>
            <a:ext cx="338328" cy="0"/>
          </a:xfrm>
          <a:prstGeom prst="line">
            <a:avLst/>
          </a:prstGeom>
          <a:noFill/>
          <a:ln w="1524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14032" y="4590288"/>
            <a:ext cx="1170432" cy="493776"/>
          </a:xfrm>
          <a:prstGeom prst="roundRect">
            <a:avLst>
              <a:gd name="adj" fmla="val 1481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47365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5897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by: Ayush Kumar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0" y="5897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1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 README / implementation summary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baseline image-level detection to a robust multi-stream detector.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21792" y="1234440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FFF0F0"/>
          </a:solidFill>
          <a:ln w="12700">
            <a:solidFill>
              <a:srgbClr val="FFD1D1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536192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1848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Problem identified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40280"/>
            <a:ext cx="27889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 single RGB ViT can miss FaceApp-style local attribute edits because they create weak global artifacts.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069080"/>
            <a:ext cx="27889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E6F82"/>
                </a:solidFill>
              </a:rPr>
              <a:t>Baseline failure mode: semantic/global stream is not enough for subtle localized manipulations.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E6FFFB"/>
          </a:solidFill>
          <a:ln w="12700">
            <a:solidFill>
              <a:srgbClr val="BCEDE7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36192"/>
            <a:ext cx="530352" cy="53035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1848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67528" y="1536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This week's contribution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27889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Built an end-to-end 3-stream detector: RGB + frequency + noise-residual.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069080"/>
            <a:ext cx="27889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E6F82"/>
                </a:solidFill>
              </a:rPr>
              <a:t>The model fuses complementary evidence using cross-attention and a learnable [FUSION] token.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56448" y="1234440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EBF5FF"/>
          </a:solidFill>
          <a:ln w="12700">
            <a:solidFill>
              <a:srgbClr val="C8E3FF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1536192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61848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34856" y="1536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Presentation storyline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0768" y="2148840"/>
            <a:ext cx="27889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RGB-only detection fails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added stream captures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fusion and staged training work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plan and next steps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Why RGB-Only Is Not Enough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needs to detect both global synthesis artifacts and subtle local edits.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498348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RGB ViT baseline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993392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043684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874520" y="19842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</a:rPr>
              <a:t>Good at global appearance and semantic cues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651760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702052"/>
            <a:ext cx="795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938528" y="2642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</a:rPr>
              <a:t>Weak for localized re-rendering or attribute edits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3291840"/>
            <a:ext cx="4352544" cy="0"/>
          </a:xfrm>
          <a:prstGeom prst="line">
            <a:avLst/>
          </a:prstGeom>
          <a:noFill/>
          <a:ln w="1270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Core issue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977640"/>
            <a:ext cx="42976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FaceApp-style edits may not disturb the full image enough for a purely semantic/global stream to confidently flag them as fake.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47104" y="1280160"/>
            <a:ext cx="498348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Required detector behavior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85432" y="2121408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20370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Global semantics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89520" y="24323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E6F82"/>
                </a:solidFill>
              </a:rPr>
              <a:t>Full-face synthesis / obvious artifacts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885432" y="317296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325526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3191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Frequency clues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89520" y="3483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E6F82"/>
                </a:solidFill>
              </a:rPr>
              <a:t>Upsampling grids and spectral fingerprints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85432" y="422452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4306824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242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Local residuals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89520" y="45354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E6F82"/>
                </a:solidFill>
              </a:rPr>
              <a:t>Sensor/noise inconsistencies in edited regions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76288" y="52303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B8A6"/>
                </a:solidFill>
              </a:rPr>
              <a:t>Result: a detector that does not depend on one artifact family only.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Complementary Streams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stream is designed to catch a different evidence type.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084832" cy="438912"/>
          </a:xfrm>
          <a:prstGeom prst="roundRect">
            <a:avLst>
              <a:gd name="adj" fmla="val 125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2646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44368" y="1298448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42646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it sees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20840" y="129844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26464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it catches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EBF5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8745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8745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874520"/>
            <a:ext cx="82296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756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RGB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ViT-B/16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72968" y="21396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Semantics and global appearance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949440" y="2093976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Full-face synthesis such as StyleGAN and PGGAN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3136392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4EE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44368" y="3136392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313639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136392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337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Frequency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FFT → CNN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72968" y="34015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FFT log-magnitude spectrum and spectral traces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949440" y="3355848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GAN / diffusion fingerprints and upsampling grid artifacts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58368" y="4398264"/>
            <a:ext cx="2084832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4368" y="4398264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4398264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98264"/>
            <a:ext cx="82296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5994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Noise residual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SRM + Bayar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72968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Local high-pass residuals and sensor inconsistency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6949440" y="4617720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</a:rPr>
              <a:t>FaceApp local edits, splices, and re-rendered regions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960120" y="582472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8A6"/>
                </a:solidFill>
              </a:rPr>
              <a:t>Takeaway: the streams are intentionally non-overlapping — not just three copies of the same signal.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from all streams are fused using a cross-attention transformer.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9077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[0,1] image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01952" y="3154680"/>
            <a:ext cx="566928" cy="0"/>
          </a:xfrm>
          <a:prstGeom prst="line">
            <a:avLst/>
          </a:prstGeom>
          <a:noFill/>
          <a:ln w="19050">
            <a:solidFill>
              <a:srgbClr val="5E6F8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4600" y="1417320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EBF5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5819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RGB preprocessing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ImageNet stats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62272" y="1764792"/>
            <a:ext cx="52120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10912" y="1417320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56362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ViT-B/16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RGB encoder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7728" y="1764792"/>
            <a:ext cx="530352" cy="1389888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4600" y="2816352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4EE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980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FFT log-magnitude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62272" y="3163824"/>
            <a:ext cx="5212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10912" y="2816352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9626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CNN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frequency encoder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67728" y="3163824"/>
            <a:ext cx="530352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14600" y="4215384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43799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SRM + Bayar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high-pass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62272" y="4562856"/>
            <a:ext cx="5212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10912" y="4215384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43616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CNN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noise encoder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67728" y="4562856"/>
            <a:ext cx="530352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71232" y="2258568"/>
            <a:ext cx="2148840" cy="1783080"/>
          </a:xfrm>
          <a:prstGeom prst="roundRect">
            <a:avLst>
              <a:gd name="adj" fmla="val 4103"/>
            </a:avLst>
          </a:prstGeom>
          <a:solidFill>
            <a:srgbClr val="E6FFFB"/>
          </a:solidFill>
          <a:ln w="12700">
            <a:solidFill>
              <a:srgbClr val="13B8A6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54112" y="25786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Cross-Attention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Transformer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08976" y="31821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F82"/>
                </a:solidFill>
              </a:rPr>
              <a:t>RGB / FFT / SRM tokens attend to each other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092440" y="3675888"/>
            <a:ext cx="1170432" cy="228600"/>
          </a:xfrm>
          <a:prstGeom prst="roundRect">
            <a:avLst>
              <a:gd name="adj" fmla="val 24000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9016" y="372618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[FUSION] token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9765792" y="3154680"/>
            <a:ext cx="548640" cy="0"/>
          </a:xfrm>
          <a:prstGeom prst="line">
            <a:avLst/>
          </a:prstGeom>
          <a:noFill/>
          <a:ln w="19050">
            <a:solidFill>
              <a:srgbClr val="13B8A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378440" y="274320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497312" y="2907792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/ Fake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Classifier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71032" y="2130552"/>
            <a:ext cx="0" cy="274320"/>
          </a:xfrm>
          <a:prstGeom prst="line">
            <a:avLst/>
          </a:prstGeom>
          <a:noFill/>
          <a:ln w="12700">
            <a:solidFill>
              <a:srgbClr val="B7C7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22976" y="2377440"/>
            <a:ext cx="896112" cy="228600"/>
          </a:xfrm>
          <a:prstGeom prst="roundRect">
            <a:avLst>
              <a:gd name="adj" fmla="val 24000"/>
            </a:avLst>
          </a:prstGeom>
          <a:solidFill>
            <a:srgbClr val="B7C7D8"/>
          </a:solidFill>
          <a:ln w="12700">
            <a:solidFill>
              <a:srgbClr val="B7C7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242773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 head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971032" y="3529584"/>
            <a:ext cx="0" cy="274320"/>
          </a:xfrm>
          <a:prstGeom prst="line">
            <a:avLst/>
          </a:prstGeom>
          <a:noFill/>
          <a:ln w="12700">
            <a:solidFill>
              <a:srgbClr val="B7C7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22976" y="3776472"/>
            <a:ext cx="896112" cy="228600"/>
          </a:xfrm>
          <a:prstGeom prst="roundRect">
            <a:avLst>
              <a:gd name="adj" fmla="val 24000"/>
            </a:avLst>
          </a:prstGeom>
          <a:solidFill>
            <a:srgbClr val="B7C7D8"/>
          </a:solidFill>
          <a:ln w="12700">
            <a:solidFill>
              <a:srgbClr val="B7C7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82676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 head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5971032" y="4928616"/>
            <a:ext cx="0" cy="274320"/>
          </a:xfrm>
          <a:prstGeom prst="line">
            <a:avLst/>
          </a:prstGeom>
          <a:noFill/>
          <a:ln w="12700">
            <a:solidFill>
              <a:srgbClr val="B7C7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22976" y="5175504"/>
            <a:ext cx="896112" cy="228600"/>
          </a:xfrm>
          <a:prstGeom prst="roundRect">
            <a:avLst>
              <a:gd name="adj" fmla="val 24000"/>
            </a:avLst>
          </a:prstGeom>
          <a:solidFill>
            <a:srgbClr val="B7C7D8"/>
          </a:solidFill>
          <a:ln w="12700">
            <a:solidFill>
              <a:srgbClr val="B7C7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522579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 head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7040880" y="5394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0" b="1" dirty="0">
                <a:solidFill>
                  <a:srgbClr val="5E6F82"/>
                </a:solidFill>
              </a:rPr>
              <a:t>Deep supervision keeps each stream useful during training.</a:t>
            </a:r>
            <a:endParaRPr lang="en-US" sz="113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Completed This Week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is structured for training, evaluation, and explainability.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33756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783080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6537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Data &amp; utilities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4128" y="2468880"/>
            <a:ext cx="25603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common.py: seeds, metrics, checkpoints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data.py: DFFD dataset returns RAW [0,1] images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build_manifest.py: manifest from DFFD folders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417320"/>
            <a:ext cx="33375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78308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86537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8562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Model modules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18888" y="2468880"/>
            <a:ext cx="25603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rgb_encoder.py: ViT-B/16 backbone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freq_encoder.py: FFT spectrum → CNN tokens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noise_encoder.py: SRM + Bayar → CNN tokens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fusion.py: cross-attention + aux heads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417320"/>
            <a:ext cx="3337560" cy="109728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76488" y="1783080"/>
            <a:ext cx="530352" cy="53035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186537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18562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Training &amp; reporting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13648" y="2468880"/>
            <a:ext cx="25603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pretrain_stream.py: Stage 1 warm-start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train.py: fusion training and unfreeze schedule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evaluate.py: overall + per-generator metrics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explain.py: saliency, FFT/SRM views, stream scores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77240" y="59253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3B8A6"/>
                </a:solidFill>
              </a:rPr>
              <a:t>Status: end-to-end code path exists from dataset manifest → stream pretraining → fusion model → evaluation and visual explanation.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Plan: Avoiding “Just the ViT”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Staged training prevents the strong RGB stream from dominating the new streams.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3273552" cy="4160520"/>
          </a:xfrm>
          <a:prstGeom prst="roundRect">
            <a:avLst>
              <a:gd name="adj" fmla="val 2235"/>
            </a:avLst>
          </a:prstGeom>
          <a:solidFill>
            <a:srgbClr val="F4EE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Stage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Warm-start weak streams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62656"/>
            <a:ext cx="26700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Train frequency and noise encoders alone as real/fake classifiers.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919472"/>
            <a:ext cx="1508760" cy="2286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4969764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5 epochs each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434840" y="1444752"/>
            <a:ext cx="3273552" cy="4160520"/>
          </a:xfrm>
          <a:prstGeom prst="roundRect">
            <a:avLst>
              <a:gd name="adj" fmla="val 2235"/>
            </a:avLst>
          </a:prstGeom>
          <a:solidFill>
            <a:srgbClr val="E6FFFB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B8A6"/>
                </a:solidFill>
              </a:rPr>
              <a:t>Stage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0872" y="2130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Freeze RGB, train fusion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2962656"/>
            <a:ext cx="26700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Learn how to combine new streams with the already-good ViT backbone.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4919472"/>
            <a:ext cx="1508760" cy="228600"/>
          </a:xfrm>
          <a:prstGeom prst="roundRect">
            <a:avLst>
              <a:gd name="adj" fmla="val 24000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4969764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4 fusion epochs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8211312" y="1444752"/>
            <a:ext cx="3273552" cy="4160520"/>
          </a:xfrm>
          <a:prstGeom prst="roundRect">
            <a:avLst>
              <a:gd name="adj" fmla="val 2235"/>
            </a:avLst>
          </a:prstGeom>
          <a:solidFill>
            <a:srgbClr val="EBF5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67344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Stage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67344" y="21305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Unfreeze end-to-end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67344" y="2962656"/>
            <a:ext cx="26700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Use discriminative learning rates: RGB gets base_lr × 0.1, other modules full LR.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67344" y="4919472"/>
            <a:ext cx="1508760" cy="2286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969764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schedule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3913632" y="3529584"/>
            <a:ext cx="438912" cy="0"/>
          </a:xfrm>
          <a:prstGeom prst="line">
            <a:avLst/>
          </a:prstGeom>
          <a:noFill/>
          <a:ln w="15240">
            <a:solidFill>
              <a:srgbClr val="5E6F8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3529584"/>
            <a:ext cx="438912" cy="0"/>
          </a:xfrm>
          <a:prstGeom prst="line">
            <a:avLst/>
          </a:prstGeom>
          <a:noFill/>
          <a:ln w="15240">
            <a:solidFill>
              <a:srgbClr val="5E6F82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14400" y="58704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</a:rPr>
              <a:t>Deep supervision: each stream keeps an auxiliary head during training (aux_weight = 0.3), so no stream goes dead.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Run Order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pipeline for moving from data folders to report numbers.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86384" y="1216152"/>
            <a:ext cx="384048" cy="38404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121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0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978408" y="1618488"/>
            <a:ext cx="0" cy="384048"/>
          </a:xfrm>
          <a:prstGeom prst="line">
            <a:avLst/>
          </a:prstGeom>
          <a:noFill/>
          <a:ln w="12700">
            <a:solidFill>
              <a:srgbClr val="B6C6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143000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12893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Install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94760" y="1289304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pip install -r requirements.txt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86384" y="1984248"/>
            <a:ext cx="384048" cy="38404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08026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978408" y="2386584"/>
            <a:ext cx="0" cy="384048"/>
          </a:xfrm>
          <a:prstGeom prst="line">
            <a:avLst/>
          </a:prstGeom>
          <a:noFill/>
          <a:ln w="12700">
            <a:solidFill>
              <a:srgbClr val="B6C6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1911096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Build manifest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94760" y="205740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Reuse DFFD train/val/test split; tags: real, faceapp, stargan, pggan, stylegan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86384" y="2752344"/>
            <a:ext cx="384048" cy="38404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8483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78408" y="3154680"/>
            <a:ext cx="0" cy="384048"/>
          </a:xfrm>
          <a:prstGeom prst="line">
            <a:avLst/>
          </a:prstGeom>
          <a:noFill/>
          <a:ln w="12700">
            <a:solidFill>
              <a:srgbClr val="B6C6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679192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8254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Pretrain streams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94760" y="2825496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Train freq and noise streams separately for warm start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86384" y="352044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6164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78408" y="3922776"/>
            <a:ext cx="0" cy="384048"/>
          </a:xfrm>
          <a:prstGeom prst="line">
            <a:avLst/>
          </a:prstGeom>
          <a:noFill/>
          <a:ln w="12700">
            <a:solidFill>
              <a:srgbClr val="B6C6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3447288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3593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Train fusion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94760" y="3593592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Load ViT checkpoint + stream initials; train 12 epochs with RGB frozen for 4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786384" y="428853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3845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78408" y="4690872"/>
            <a:ext cx="0" cy="384048"/>
          </a:xfrm>
          <a:prstGeom prst="line">
            <a:avLst/>
          </a:prstGeom>
          <a:noFill/>
          <a:ln w="12700">
            <a:solidFill>
              <a:srgbClr val="B6C6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4215384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4361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Evaluate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94760" y="4361688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Overall metrics + per-generator fake recall table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786384" y="505663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51526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417320" y="4983480"/>
            <a:ext cx="9966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64208" y="51297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Explain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794760" y="5129784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F82"/>
                </a:solidFill>
              </a:rPr>
              <a:t>Saliency, FFT/SRM visualizations, and per-stream scores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1417320" y="5897880"/>
            <a:ext cx="9966960" cy="347472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27632" y="5998464"/>
            <a:ext cx="9491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66534"/>
                </a:solidFill>
              </a:rPr>
              <a:t>Compute note: defaults are tuned for Colab T4 16 GB using batch-size 16 + accumulation 2; AMP is enabled.</a:t>
            </a:r>
            <a:endParaRPr lang="en-US" sz="88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Plan for Weekly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should show both overall quality and where robustness improves.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3685032" cy="455371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Headline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2608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recall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Per-generator fake detection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5029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3B8A6"/>
                </a:solidFill>
              </a:rPr>
              <a:t>Fake recall should be emphasized because the study is about missed fakes.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1261872"/>
            <a:ext cx="2971800" cy="4553712"/>
          </a:xfrm>
          <a:prstGeom prst="roundRect">
            <a:avLst>
              <a:gd name="adj" fmla="val 2462"/>
            </a:avLst>
          </a:prstGeom>
          <a:solidFill>
            <a:srgbClr val="FFF7E6"/>
          </a:solidFill>
          <a:ln w="12700">
            <a:solidFill>
              <a:srgbClr val="FFE1A8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Key comparison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3408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FaceApp row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92040" y="309067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7324D"/>
                </a:solidFill>
              </a:rPr>
              <a:t>This is the main robustness test because FaceApp edits are local and were the weak point for the RGB-only baseline.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074920" y="4919472"/>
            <a:ext cx="1947672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496976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lift above baseline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7818120" y="1261872"/>
            <a:ext cx="3401568" cy="45537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Explainability outputs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9872" y="2148840"/>
            <a:ext cx="2606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Saliency maps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 visualizations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SRM / noise residual maps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Per-stream confidence scores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8138160" y="5029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5E6F82"/>
                </a:solidFill>
              </a:rPr>
              <a:t>Purpose: show not only that the model predicts fake, but also which signal helped.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Choices Worth Defending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choices are important for explaining the method during review.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EBF5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673352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5564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24D"/>
                </a:solidFill>
              </a:rPr>
              <a:t>Raw images into model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600200" y="2130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RAW [0,1] inputs are used so FFT/SRM streams are not distorted by early normalization.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FFF7E6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67335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5564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5472" y="1728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24D"/>
                </a:solidFill>
              </a:rPr>
              <a:t>SRM + Bayar high-pass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205472" y="2130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Fixed forensic filters provide prior knowledge; Bayar adds learnable adaptation.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58368" y="3703320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E6FFFB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59352"/>
            <a:ext cx="530352" cy="53035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04164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24D"/>
                </a:solidFill>
              </a:rPr>
              <a:t>Cross-attention fusion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600200" y="4416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More expressive than late fusion because streams can condition on one another before classification.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59352"/>
            <a:ext cx="530352" cy="5303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05472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7324D"/>
                </a:solidFill>
              </a:rPr>
              <a:t>Recall-first reporting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205472" y="4416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The core problem is missed fakes, so fake recall and per-generator breakdown are central.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1005840" y="58978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B8A6"/>
                </a:solidFill>
              </a:rPr>
              <a:t>One-line defense: the architecture is designed around the observed failure mode, not just added complexity.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this week’s implementation can be extended.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EBF5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71600"/>
            <a:ext cx="32461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91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Run full fusion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21408"/>
            <a:ext cx="2660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</a:rPr>
              <a:t>Complete Stage 2+3 training and save best checkpoint based on F1.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16552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FF7E6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6552" y="1371600"/>
            <a:ext cx="32461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91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Report per-generator results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121408"/>
            <a:ext cx="2660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</a:rPr>
              <a:t>Compare FaceApp detection against the RGB-only baseline and include fake-recall table.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19872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F4EEFF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371600"/>
            <a:ext cx="32461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91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Add diffusion sub-types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121408"/>
            <a:ext cx="2660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</a:rPr>
              <a:t>Extend manifest with new fake folders/tags; pipeline is generator-agnostic.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606040" y="376732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6FFFB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3767328"/>
            <a:ext cx="3566160" cy="9144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4087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Video benchmarks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98648" y="4517136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</a:rPr>
              <a:t>Extract frames from FaceForensics++ / Celeb-DF and reuse the manifest schema.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629400" y="376732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2700">
            <a:solidFill>
              <a:srgbClr val="D7E3EE"/>
            </a:solidFill>
            <a:prstDash val="solid"/>
          </a:ln>
          <a:effectLst>
            <a:outerShdw blurRad="15240" dist="50800" dir="2700000" algn="bl" rotWithShape="0">
              <a:srgbClr val="9BA8B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3767328"/>
            <a:ext cx="35661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087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Continual learning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22008" y="4517136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</a:rPr>
              <a:t>Use frozen RGB + trainable fusion as a base for adding streams/generators.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2960" y="5925312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Closing statement: This week converted the robustness idea into an executable training and evaluation pipeline.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" y="2029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6D3E1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5394960" cy="1664208"/>
          </a:xfrm>
          <a:prstGeom prst="roundRect">
            <a:avLst>
              <a:gd name="adj" fmla="val 4396"/>
            </a:avLst>
          </a:prstGeom>
          <a:solidFill>
            <a:srgbClr val="132A43"/>
          </a:solidFill>
          <a:ln w="12700">
            <a:solidFill>
              <a:srgbClr val="2850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346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B8A6"/>
                </a:solidFill>
              </a:rPr>
              <a:t>Key takeaway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3767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The proposed detector combines global, spectral, and local residual evidence so that subtle local edits are no longer handled by RGB semantics alone.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8412480" y="2240280"/>
            <a:ext cx="1143000" cy="1143000"/>
          </a:xfrm>
          <a:prstGeom prst="ellipse">
            <a:avLst/>
          </a:prstGeom>
          <a:solidFill>
            <a:srgbClr val="3B82F6">
              <a:alpha val="94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RGB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0" y="3337560"/>
            <a:ext cx="1143000" cy="1143000"/>
          </a:xfrm>
          <a:prstGeom prst="ellipse">
            <a:avLst/>
          </a:prstGeom>
          <a:solidFill>
            <a:srgbClr val="7C3AED">
              <a:alpha val="94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7673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Frequency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240280"/>
            <a:ext cx="1143000" cy="1143000"/>
          </a:xfrm>
          <a:prstGeom prst="ellipse">
            <a:avLst/>
          </a:prstGeom>
          <a:solidFill>
            <a:srgbClr val="F59E0B">
              <a:alpha val="94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Noise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1143000"/>
            <a:ext cx="1143000" cy="1143000"/>
          </a:xfrm>
          <a:prstGeom prst="ellipse">
            <a:avLst/>
          </a:prstGeom>
          <a:solidFill>
            <a:srgbClr val="13B8A6">
              <a:alpha val="94000"/>
            </a:srgbClr>
          </a:solidFill>
          <a:ln w="1524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5727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Fusion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2651760"/>
            <a:ext cx="1463040" cy="1463040"/>
          </a:xfrm>
          <a:prstGeom prst="ellipse">
            <a:avLst/>
          </a:prstGeom>
          <a:solidFill>
            <a:srgbClr val="0F172A">
              <a:alpha val="8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32735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[FUSION]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6016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4B8"/>
                </a:solidFill>
              </a:rPr>
              <a:t>Prepared by: Ayush Kumar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C8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1200</Words>
  <Application>Microsoft Macintosh PowerPoint</Application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 Pilani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Multi-Stream Deepfake Detector</dc:title>
  <dc:subject>Weekly report presentation based on Multi-Stream Deepfake Detector README</dc:subject>
  <dc:creator>Ayush Kumar</dc:creator>
  <cp:lastModifiedBy>AYUSH KUMAR</cp:lastModifiedBy>
  <cp:revision>2</cp:revision>
  <dcterms:created xsi:type="dcterms:W3CDTF">2026-07-06T11:37:47Z</dcterms:created>
  <dcterms:modified xsi:type="dcterms:W3CDTF">2026-07-06T11:40:24Z</dcterms:modified>
</cp:coreProperties>
</file>